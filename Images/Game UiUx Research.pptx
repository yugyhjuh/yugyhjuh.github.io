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67" r:id="rId5"/>
    <p:sldId id="268" r:id="rId6"/>
    <p:sldId id="269" r:id="rId7"/>
    <p:sldId id="261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907E4-722F-4193-8A1D-B1C5F24E35C4}" v="5" dt="2023-01-19T14:32:25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ho" userId="09126568473737ab" providerId="LiveId" clId="{FDF907E4-722F-4193-8A1D-B1C5F24E35C4}"/>
    <pc:docChg chg="undo custSel modSld">
      <pc:chgData name="stephanie ho" userId="09126568473737ab" providerId="LiveId" clId="{FDF907E4-722F-4193-8A1D-B1C5F24E35C4}" dt="2023-01-19T14:32:28.608" v="16" actId="1076"/>
      <pc:docMkLst>
        <pc:docMk/>
      </pc:docMkLst>
      <pc:sldChg chg="addSp modSp mod">
        <pc:chgData name="stephanie ho" userId="09126568473737ab" providerId="LiveId" clId="{FDF907E4-722F-4193-8A1D-B1C5F24E35C4}" dt="2023-01-19T14:31:49.393" v="4" actId="1076"/>
        <pc:sldMkLst>
          <pc:docMk/>
          <pc:sldMk cId="1565239702" sldId="261"/>
        </pc:sldMkLst>
        <pc:spChg chg="add mod">
          <ac:chgData name="stephanie ho" userId="09126568473737ab" providerId="LiveId" clId="{FDF907E4-722F-4193-8A1D-B1C5F24E35C4}" dt="2023-01-19T14:31:49.393" v="4" actId="1076"/>
          <ac:spMkLst>
            <pc:docMk/>
            <pc:sldMk cId="1565239702" sldId="261"/>
            <ac:spMk id="6" creationId="{2D7A1468-DBFB-E5AD-01FD-8686B640E2FA}"/>
          </ac:spMkLst>
        </pc:spChg>
      </pc:sldChg>
      <pc:sldChg chg="addSp modSp mod">
        <pc:chgData name="stephanie ho" userId="09126568473737ab" providerId="LiveId" clId="{FDF907E4-722F-4193-8A1D-B1C5F24E35C4}" dt="2023-01-19T14:31:59.586" v="7" actId="1076"/>
        <pc:sldMkLst>
          <pc:docMk/>
          <pc:sldMk cId="4174233194" sldId="263"/>
        </pc:sldMkLst>
        <pc:spChg chg="add mod">
          <ac:chgData name="stephanie ho" userId="09126568473737ab" providerId="LiveId" clId="{FDF907E4-722F-4193-8A1D-B1C5F24E35C4}" dt="2023-01-19T14:31:59.586" v="7" actId="1076"/>
          <ac:spMkLst>
            <pc:docMk/>
            <pc:sldMk cId="4174233194" sldId="263"/>
            <ac:spMk id="9" creationId="{CD145575-C741-D442-09CC-D0FAA14E14DA}"/>
          </ac:spMkLst>
        </pc:spChg>
      </pc:sldChg>
      <pc:sldChg chg="addSp modSp mod">
        <pc:chgData name="stephanie ho" userId="09126568473737ab" providerId="LiveId" clId="{FDF907E4-722F-4193-8A1D-B1C5F24E35C4}" dt="2023-01-19T14:32:10.058" v="10" actId="1076"/>
        <pc:sldMkLst>
          <pc:docMk/>
          <pc:sldMk cId="3882268382" sldId="264"/>
        </pc:sldMkLst>
        <pc:spChg chg="add mod">
          <ac:chgData name="stephanie ho" userId="09126568473737ab" providerId="LiveId" clId="{FDF907E4-722F-4193-8A1D-B1C5F24E35C4}" dt="2023-01-19T14:32:10.058" v="10" actId="1076"/>
          <ac:spMkLst>
            <pc:docMk/>
            <pc:sldMk cId="3882268382" sldId="264"/>
            <ac:spMk id="7" creationId="{DF4AAFBE-098F-AD4B-DBD4-5770C284DCB9}"/>
          </ac:spMkLst>
        </pc:spChg>
      </pc:sldChg>
      <pc:sldChg chg="addSp modSp mod">
        <pc:chgData name="stephanie ho" userId="09126568473737ab" providerId="LiveId" clId="{FDF907E4-722F-4193-8A1D-B1C5F24E35C4}" dt="2023-01-19T14:32:19.842" v="13" actId="1076"/>
        <pc:sldMkLst>
          <pc:docMk/>
          <pc:sldMk cId="1734985042" sldId="265"/>
        </pc:sldMkLst>
        <pc:spChg chg="add mod">
          <ac:chgData name="stephanie ho" userId="09126568473737ab" providerId="LiveId" clId="{FDF907E4-722F-4193-8A1D-B1C5F24E35C4}" dt="2023-01-19T14:32:19.842" v="13" actId="1076"/>
          <ac:spMkLst>
            <pc:docMk/>
            <pc:sldMk cId="1734985042" sldId="265"/>
            <ac:spMk id="6" creationId="{49D9C98F-F7FC-9414-53FC-F69A1F7E6531}"/>
          </ac:spMkLst>
        </pc:spChg>
      </pc:sldChg>
      <pc:sldChg chg="addSp modSp mod">
        <pc:chgData name="stephanie ho" userId="09126568473737ab" providerId="LiveId" clId="{FDF907E4-722F-4193-8A1D-B1C5F24E35C4}" dt="2023-01-19T14:32:28.608" v="16" actId="1076"/>
        <pc:sldMkLst>
          <pc:docMk/>
          <pc:sldMk cId="3721435254" sldId="266"/>
        </pc:sldMkLst>
        <pc:spChg chg="add mod">
          <ac:chgData name="stephanie ho" userId="09126568473737ab" providerId="LiveId" clId="{FDF907E4-722F-4193-8A1D-B1C5F24E35C4}" dt="2023-01-19T14:32:28.608" v="16" actId="1076"/>
          <ac:spMkLst>
            <pc:docMk/>
            <pc:sldMk cId="3721435254" sldId="266"/>
            <ac:spMk id="6" creationId="{09318F21-D5C5-F7DD-4322-A031E5E13F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E8BC2-E2CD-43BB-AE2C-3C9AEB4F4D42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C34C9-83EA-4BAB-BD60-F7C0C535587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920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DF63-B6ED-075A-90D4-15F9F05CA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94A1C-8E2C-D979-6EAB-41F423DF8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AC09-170C-EBCD-D04A-53353B23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2D7E9-4C1D-0120-1323-B08227B2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B7E2-6C91-4394-872A-95728B1E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044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77C9F-49F3-6E1B-CB71-8FB1866E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5718-9023-E83E-D4D4-3EF827048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4CF68-F51E-67A7-6B7C-8985E7D8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49EFD-0404-E970-A405-181647EA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6DE1C-BC4C-D865-21CC-FE04D708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470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CD09-3058-8FEB-0E8D-5752D7D5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43EF2-5B24-AEB5-0A6F-6C179C21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7DFC-F841-865D-DB78-F5218FEF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1FC02-FED6-D3BB-D642-84184B1C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34F64-68E5-6B85-FE27-4474501E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801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ACA7-1C0F-2483-6CC5-88C7BAD8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16AA-138A-BFC2-D9E0-E177327D4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32EC3-4A05-246A-0938-DDC903FDB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A7DB-132A-2711-ED76-35A7274A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6BC4-107E-A321-E54C-837FE6E7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F549-9241-BA7D-08B1-E6C20AEB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196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0D37-7B5E-D233-A7FA-8EBA28FED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B0B2B-8DBF-D07F-B21D-78138F4F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CA677-5181-EAFA-FD31-838FD7FC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6B166-FFF0-C54C-B553-39B321CFE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29924-83FA-1023-2155-663C26B03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49E20-2360-49D5-665E-36CE1672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062A4-E2E5-4151-D16E-484CBDF3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BFD48-333D-7968-3B8E-42B6CA03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342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1825-FF0E-36FD-8451-908F4DD5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FE379-D861-2DB7-E170-D54CDB14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1CC40-48C7-0598-5217-18F4D9DE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C1D7D-73FB-0CA0-B99E-701E65BA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88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4CF2B-A2EB-E7BB-2C2D-32ABA94B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01BD0-5E30-DCC5-9135-42675CF31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8D63-D560-E9F5-213D-60DA485F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801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E5AA-E55E-2F7E-AC87-17B4B5E0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CE4B8-6C68-BE29-6AD0-47CBA8CA3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470C1-26E5-D06F-58AA-5A2A72A22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EE66-27CC-76E8-B693-63962C65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93690-6E08-0F03-4AEC-862F7770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22E07-9262-1327-B71C-64FC4B0F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224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E01E-056E-7075-CD01-8F53CF11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08CDE-8637-53D9-C4DF-A18813756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9E34D-E51E-9CBB-F8EF-28AF6C8B4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4A25-8DB1-747C-2763-FD914EAF9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517FE-E304-BA39-8EFE-C2401CBA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BF03A-2EF4-E306-21E2-2AC23854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439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AF13-5837-9C36-4D7E-9D5FC5EE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68AA0-8F74-931F-FA32-6DA4DB269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115E4-9F99-3735-D176-1332B8BD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C9FCC-38FE-0EAF-D126-0505137F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10BF-D267-1A42-DB79-B76E19D9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961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48AAE-E204-1F0F-C524-F7F271DE3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23144-4187-4611-AE9F-73330C5D6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811E-6C50-5F0B-D3D3-40C2A793F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250F-E9D4-5919-F746-852AC008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7620-151F-801B-7A93-50D85FDD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253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79210-EEB4-045E-3C45-E8967A46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6E683-5ECD-7A54-7E74-7C7DC1D07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C051C-159B-4587-BDBD-F2D51FDDE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A8FB4-5DEE-4A58-AA6C-E13ED6571DE6}" type="datetimeFigureOut">
              <a:rPr lang="en-SG" smtClean="0"/>
              <a:t>19/1/2023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3DF60-4252-06E4-9D1A-1B13F18B0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93BB-A812-7876-9B10-77D7F24CF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4E04-070B-428D-A192-AA62C1405A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994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yWQDMq7erFdAes7k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-vqnOJaCaj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T1Ny-fTXX7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MOGWPAw-Lcw" TargetMode="Externa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n3pCchFW7kI" TargetMode="Externa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nhNj5r8r5Xs" TargetMode="External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2D1E0-8082-4A0E-4972-D72A95847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Game </a:t>
            </a:r>
            <a:r>
              <a:rPr lang="en-SG" dirty="0" err="1"/>
              <a:t>UiUx</a:t>
            </a:r>
            <a:r>
              <a:rPr lang="en-SG" dirty="0"/>
              <a:t>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C837D-B9A9-9367-7A0F-E832FE504D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Stephanie Ho Yen </a:t>
            </a:r>
            <a:r>
              <a:rPr lang="en-SG" dirty="0" err="1"/>
              <a:t>Yuin</a:t>
            </a:r>
            <a:endParaRPr lang="en-SG" dirty="0"/>
          </a:p>
          <a:p>
            <a:r>
              <a:rPr lang="en-SG" dirty="0"/>
              <a:t>2100364E</a:t>
            </a:r>
          </a:p>
          <a:p>
            <a:r>
              <a:rPr lang="en-SG" dirty="0"/>
              <a:t>P02</a:t>
            </a:r>
          </a:p>
        </p:txBody>
      </p:sp>
    </p:spTree>
    <p:extLst>
      <p:ext uri="{BB962C8B-B14F-4D97-AF65-F5344CB8AC3E}">
        <p14:creationId xmlns:p14="http://schemas.microsoft.com/office/powerpoint/2010/main" val="62195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E99A-43F4-1345-7145-15EE133B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Aim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D6AB-D3C6-CF00-471F-FF1F08B48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What frustrations do players face when playing a game they like?</a:t>
            </a:r>
          </a:p>
          <a:p>
            <a:r>
              <a:rPr lang="en-SG" dirty="0"/>
              <a:t>What motivates a player to play a game?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r>
              <a:rPr lang="en-SG" sz="1600" dirty="0"/>
              <a:t>Survey Link: </a:t>
            </a:r>
            <a:r>
              <a:rPr lang="en-SG" sz="1600" dirty="0">
                <a:hlinkClick r:id="rId2"/>
              </a:rPr>
              <a:t>https://forms.gle/yWQDMq7erFdAes7k7</a:t>
            </a:r>
            <a:r>
              <a:rPr lang="en-SG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145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879B-D72B-CA1B-1D71-D10981A3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Game Genres</a:t>
            </a:r>
          </a:p>
        </p:txBody>
      </p:sp>
      <p:pic>
        <p:nvPicPr>
          <p:cNvPr id="4" name="Picture 2" descr="Forms response chart. Question title: Based on your experiences, how would you rate the following game genres out of 5?&#10;1 - Not very fun :(&#10;5 - Very fun :). Number of responses: .">
            <a:extLst>
              <a:ext uri="{FF2B5EF4-FFF2-40B4-BE49-F238E27FC236}">
                <a16:creationId xmlns:a16="http://schemas.microsoft.com/office/drawing/2014/main" id="{44FB521A-F053-0461-5CA2-FB12B83449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75727"/>
            <a:ext cx="10515600" cy="165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09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EC539-5EF8-E86A-4198-20826EE6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Player Motivations</a:t>
            </a:r>
          </a:p>
        </p:txBody>
      </p:sp>
      <p:pic>
        <p:nvPicPr>
          <p:cNvPr id="4" name="Picture 2" descr="Forms response chart. Question title: Which of the following are important to you when playing a game?. Number of responses: 17 responses.">
            <a:extLst>
              <a:ext uri="{FF2B5EF4-FFF2-40B4-BE49-F238E27FC236}">
                <a16:creationId xmlns:a16="http://schemas.microsoft.com/office/drawing/2014/main" id="{192FC512-D2D4-D89E-A829-ACD8952D83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593" y="1825625"/>
            <a:ext cx="915281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44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3CCE-1438-FAFA-5B30-8E562E25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Player Personalities</a:t>
            </a:r>
          </a:p>
        </p:txBody>
      </p:sp>
      <p:pic>
        <p:nvPicPr>
          <p:cNvPr id="4" name="Picture 2" descr="Forms response chart. Question title: After taking the quiz, which of the following option is your result?. Number of responses: 16 responses.">
            <a:extLst>
              <a:ext uri="{FF2B5EF4-FFF2-40B4-BE49-F238E27FC236}">
                <a16:creationId xmlns:a16="http://schemas.microsoft.com/office/drawing/2014/main" id="{3E15964B-69CD-21BF-4D67-22CDAD1F2B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54" y="1825625"/>
            <a:ext cx="103414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964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E401-F18B-DE30-7DBC-7B8C8106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Game Content</a:t>
            </a:r>
          </a:p>
        </p:txBody>
      </p:sp>
      <p:pic>
        <p:nvPicPr>
          <p:cNvPr id="4" name="Picture 4" descr="Forms response chart. Question title: Would you be willing to spend on in-game purchases?&#10;. Number of responses: 17 responses.">
            <a:extLst>
              <a:ext uri="{FF2B5EF4-FFF2-40B4-BE49-F238E27FC236}">
                <a16:creationId xmlns:a16="http://schemas.microsoft.com/office/drawing/2014/main" id="{263E099D-19DA-F35A-F8AC-CE454F8632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54" y="1825625"/>
            <a:ext cx="103414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61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C1B9A-6F13-7E31-1077-2F03ACA8D88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676405"/>
              </p:ext>
            </p:extLst>
          </p:nvPr>
        </p:nvGraphicFramePr>
        <p:xfrm>
          <a:off x="1700841" y="644935"/>
          <a:ext cx="8790318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86" imgH="4533492" progId="Acrobat.Document.DC">
                  <p:embed/>
                </p:oleObj>
              </mc:Choice>
              <mc:Fallback>
                <p:oleObj name="Acrobat Document" r:id="rId2" imgW="6415686" imgH="4533492" progId="Acrobat.Document.DC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8EDC1B9A-6F13-7E31-1077-2F03ACA8D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0841" y="644935"/>
                        <a:ext cx="8790318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8C34E9-FD2E-58CE-BA06-666F2D6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SG" dirty="0"/>
              <a:t>Interview 1 [The Storyteller]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A1468-DBFB-E5AD-01FD-8686B640E2FA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4"/>
              </a:rPr>
              <a:t>https://youtu.be/-vqnOJaCajE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523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2F8127F-108A-2F1B-5A0E-F73FB51E1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413692"/>
              </p:ext>
            </p:extLst>
          </p:nvPr>
        </p:nvGraphicFramePr>
        <p:xfrm>
          <a:off x="1700195" y="662782"/>
          <a:ext cx="8790318" cy="621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86" imgH="4533492" progId="Acrobat.Document.DC">
                  <p:embed/>
                </p:oleObj>
              </mc:Choice>
              <mc:Fallback>
                <p:oleObj name="Acrobat Document" r:id="rId2" imgW="6415686" imgH="4533492" progId="Acrobat.Document.DC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2F8127F-108A-2F1B-5A0E-F73FB51E14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0195" y="662782"/>
                        <a:ext cx="8790318" cy="6212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8C34E9-FD2E-58CE-BA06-666F2D6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SG" dirty="0"/>
              <a:t>Interview 2 [The Joker]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45575-C741-D442-09CC-D0FAA14E14DA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4"/>
              </a:rPr>
              <a:t>https://youtu.be/T1Ny-fTXX7g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423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C1B9A-6F13-7E31-1077-2F03ACA8D88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00841" y="644935"/>
          <a:ext cx="8790318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86" imgH="4533492" progId="Acrobat.Document.DC">
                  <p:embed/>
                </p:oleObj>
              </mc:Choice>
              <mc:Fallback>
                <p:oleObj name="Acrobat Document" r:id="rId2" imgW="6415686" imgH="4533492" progId="Acrobat.Document.DC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8EDC1B9A-6F13-7E31-1077-2F03ACA8D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0841" y="644935"/>
                        <a:ext cx="8790318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2EB9C4C-523A-AAAB-7F4A-78680B379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882353"/>
              </p:ext>
            </p:extLst>
          </p:nvPr>
        </p:nvGraphicFramePr>
        <p:xfrm>
          <a:off x="1825145" y="645392"/>
          <a:ext cx="8790318" cy="621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415686" imgH="4533492" progId="Acrobat.Document.DC">
                  <p:embed/>
                </p:oleObj>
              </mc:Choice>
              <mc:Fallback>
                <p:oleObj name="Acrobat Document" r:id="rId4" imgW="6415686" imgH="4533492" progId="Acrobat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2EB9C4C-523A-AAAB-7F4A-78680B379E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5145" y="645392"/>
                        <a:ext cx="8790318" cy="6212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8C34E9-FD2E-58CE-BA06-666F2D6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SG" dirty="0"/>
              <a:t>Interview 3 [The Joker]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AAFBE-098F-AD4B-DBD4-5770C284DCB9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6"/>
              </a:rPr>
              <a:t>https://youtu.be/MOGWPAw-Lcw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26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C1B9A-6F13-7E31-1077-2F03ACA8D88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308701"/>
              </p:ext>
            </p:extLst>
          </p:nvPr>
        </p:nvGraphicFramePr>
        <p:xfrm>
          <a:off x="1700841" y="644935"/>
          <a:ext cx="8790318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86" imgH="4533492" progId="Acrobat.Document.DC">
                  <p:embed/>
                </p:oleObj>
              </mc:Choice>
              <mc:Fallback>
                <p:oleObj name="Acrobat Document" r:id="rId2" imgW="6415686" imgH="4533492" progId="Acrobat.Document.DC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8EDC1B9A-6F13-7E31-1077-2F03ACA8D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0841" y="644935"/>
                        <a:ext cx="8790318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D1D2193-9337-DC79-FB60-696D6894A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186938"/>
              </p:ext>
            </p:extLst>
          </p:nvPr>
        </p:nvGraphicFramePr>
        <p:xfrm>
          <a:off x="1700195" y="644934"/>
          <a:ext cx="8790964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415686" imgH="4533492" progId="Acrobat.Document.DC">
                  <p:embed/>
                </p:oleObj>
              </mc:Choice>
              <mc:Fallback>
                <p:oleObj name="Acrobat Document" r:id="rId4" imgW="6415686" imgH="4533492" progId="Acrobat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9D1D2193-9337-DC79-FB60-696D6894AF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0195" y="644934"/>
                        <a:ext cx="8790964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8C34E9-FD2E-58CE-BA06-666F2D6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SG" dirty="0"/>
              <a:t>Interview 4 [The Artist/Creator]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9C98F-F7FC-9414-53FC-F69A1F7E6531}"/>
              </a:ext>
            </a:extLst>
          </p:cNvPr>
          <p:cNvSpPr txBox="1"/>
          <p:nvPr/>
        </p:nvSpPr>
        <p:spPr>
          <a:xfrm>
            <a:off x="-323" y="6488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6"/>
              </a:rPr>
              <a:t>https://youtu.be/n3pCchFW7kI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4985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DC1B9A-6F13-7E31-1077-2F03ACA8D888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00841" y="644935"/>
          <a:ext cx="8790318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86" imgH="4533492" progId="Acrobat.Document.DC">
                  <p:embed/>
                </p:oleObj>
              </mc:Choice>
              <mc:Fallback>
                <p:oleObj name="Acrobat Document" r:id="rId2" imgW="6415686" imgH="4533492" progId="Acrobat.Document.DC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8EDC1B9A-6F13-7E31-1077-2F03ACA8D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0841" y="644935"/>
                        <a:ext cx="8790318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704FD05-E578-287C-A45E-B8A84AEB04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85855"/>
              </p:ext>
            </p:extLst>
          </p:nvPr>
        </p:nvGraphicFramePr>
        <p:xfrm>
          <a:off x="1700195" y="644934"/>
          <a:ext cx="8790964" cy="621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415686" imgH="4533492" progId="Acrobat.Document.DC">
                  <p:embed/>
                </p:oleObj>
              </mc:Choice>
              <mc:Fallback>
                <p:oleObj name="Acrobat Document" r:id="rId4" imgW="6415686" imgH="4533492" progId="Acrobat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704FD05-E578-287C-A45E-B8A84AEB04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0195" y="644934"/>
                        <a:ext cx="8790964" cy="621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98C34E9-FD2E-58CE-BA06-666F2D65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SG" dirty="0"/>
              <a:t>Interview 5 [The Artist/Creator]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18F21-D5C5-F7DD-4322-A031E5E13FB9}"/>
              </a:ext>
            </a:extLst>
          </p:cNvPr>
          <p:cNvSpPr txBox="1"/>
          <p:nvPr/>
        </p:nvSpPr>
        <p:spPr>
          <a:xfrm>
            <a:off x="-323" y="6488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6"/>
              </a:rPr>
              <a:t>https://youtu.be/nhNj5r8r5Xs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143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98E6-F4CC-B49B-0CBF-448363B7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Findings &amp; Potential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74D37-B5D6-3B74-6220-4FA93A075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SG" dirty="0"/>
              <a:t>From the survey, majority of the player’s favourite games are Sci-Fi.</a:t>
            </a:r>
          </a:p>
          <a:p>
            <a:pPr lvl="1"/>
            <a:r>
              <a:rPr lang="en-SG" dirty="0"/>
              <a:t>Sci-Fi themed action-adventure genre.</a:t>
            </a:r>
          </a:p>
          <a:p>
            <a:r>
              <a:rPr lang="en-SG" dirty="0"/>
              <a:t>From the survey, characters are one of the most important to players</a:t>
            </a:r>
          </a:p>
          <a:p>
            <a:pPr lvl="1"/>
            <a:r>
              <a:rPr lang="en-SG" dirty="0"/>
              <a:t>Player can equip different soul stones which changes the shell of the character, taking on a new lifeform with different gameplays.</a:t>
            </a:r>
          </a:p>
          <a:p>
            <a:r>
              <a:rPr lang="en-SG" dirty="0"/>
              <a:t>From the survey, most of them are explorers or</a:t>
            </a:r>
            <a:r>
              <a:rPr lang="en-SG" dirty="0">
                <a:highlight>
                  <a:srgbClr val="FFFF00"/>
                </a:highlight>
              </a:rPr>
              <a:t> jokers</a:t>
            </a:r>
            <a:r>
              <a:rPr lang="en-SG" dirty="0"/>
              <a:t>.</a:t>
            </a:r>
          </a:p>
          <a:p>
            <a:pPr lvl="1"/>
            <a:r>
              <a:rPr lang="en-SG" dirty="0"/>
              <a:t>Explorers: Focus on world building, add hidden areas.</a:t>
            </a:r>
          </a:p>
          <a:p>
            <a:pPr lvl="1"/>
            <a:r>
              <a:rPr lang="en-SG" dirty="0"/>
              <a:t>Jokers: Have physical interactions with other characters (NPCs) in the game. Allows player to have more fun with the environment.</a:t>
            </a:r>
          </a:p>
          <a:p>
            <a:r>
              <a:rPr lang="en-SG" dirty="0"/>
              <a:t>All participants’ favourite games are on PC, except for User 2.</a:t>
            </a:r>
          </a:p>
          <a:p>
            <a:pPr lvl="1"/>
            <a:r>
              <a:rPr lang="en-SG" dirty="0"/>
              <a:t>However, one of user 2’s frustration was because his favourite game was not on PC.</a:t>
            </a:r>
          </a:p>
          <a:p>
            <a:pPr lvl="1"/>
            <a:r>
              <a:rPr lang="en-SG" dirty="0"/>
              <a:t>In the survey, overall most popular platform is PC.</a:t>
            </a:r>
          </a:p>
          <a:p>
            <a:pPr lvl="1"/>
            <a:r>
              <a:rPr lang="en-SG" b="1" dirty="0"/>
              <a:t>Conclusion</a:t>
            </a:r>
            <a:r>
              <a:rPr lang="en-SG" dirty="0"/>
              <a:t>: Most popular platform is PC.</a:t>
            </a:r>
          </a:p>
          <a:p>
            <a:r>
              <a:rPr lang="en-SG" dirty="0"/>
              <a:t>Those willing to spend on in-game purchases will spend on:</a:t>
            </a:r>
          </a:p>
          <a:p>
            <a:pPr lvl="1"/>
            <a:r>
              <a:rPr lang="en-SG" dirty="0"/>
              <a:t>Cosmetics, characters (</a:t>
            </a:r>
            <a:r>
              <a:rPr lang="en-SG" dirty="0" err="1"/>
              <a:t>gacha</a:t>
            </a:r>
            <a:r>
              <a:rPr lang="en-SG" dirty="0"/>
              <a:t>), downloadable contents (DLC).</a:t>
            </a:r>
          </a:p>
        </p:txBody>
      </p:sp>
      <p:pic>
        <p:nvPicPr>
          <p:cNvPr id="1026" name="Picture 2" descr="Sci-fi point and click adventure &quot;Encodya&quot; now has a demo now freely  available on itch.io | GamingOnLinux">
            <a:extLst>
              <a:ext uri="{FF2B5EF4-FFF2-40B4-BE49-F238E27FC236}">
                <a16:creationId xmlns:a16="http://schemas.microsoft.com/office/drawing/2014/main" id="{39D22283-4BC3-166E-FC17-99740EF94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306" y="4905735"/>
            <a:ext cx="3470694" cy="195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16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</TotalTime>
  <Words>299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Adobe Acrobat Document</vt:lpstr>
      <vt:lpstr>Acrobat Document</vt:lpstr>
      <vt:lpstr>Game UiUx Research</vt:lpstr>
      <vt:lpstr>Aim of Research</vt:lpstr>
      <vt:lpstr>Game Genres</vt:lpstr>
      <vt:lpstr>Player Motivations</vt:lpstr>
      <vt:lpstr>Player Personalities</vt:lpstr>
      <vt:lpstr>Game Content</vt:lpstr>
      <vt:lpstr>Interview 1 [The Storyteller]</vt:lpstr>
      <vt:lpstr>Interview 2 [The Joker]</vt:lpstr>
      <vt:lpstr>Interview 3 [The Joker]</vt:lpstr>
      <vt:lpstr>Interview 4 [The Artist/Creator]</vt:lpstr>
      <vt:lpstr>Interview 5 [The Artist/Creator]</vt:lpstr>
      <vt:lpstr>Key Findings &amp; Potential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UiUx Research</dc:title>
  <dc:creator>stephanie ho</dc:creator>
  <cp:lastModifiedBy>stephanie ho</cp:lastModifiedBy>
  <cp:revision>1</cp:revision>
  <dcterms:created xsi:type="dcterms:W3CDTF">2023-01-19T12:59:46Z</dcterms:created>
  <dcterms:modified xsi:type="dcterms:W3CDTF">2023-01-19T14:32:37Z</dcterms:modified>
</cp:coreProperties>
</file>